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65760"/>
            <a:ext cx="2560320" cy="320040"/>
          </a:xfrm>
          <a:prstGeom prst="rect">
            <a:avLst/>
          </a:prstGeom>
          <a:solidFill>
            <a:srgbClr val="0F17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5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LABORATORIO REMOTO IoT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Misión Autónoma</a:t>
            </a:r>
            <a:endParaRPr lang="en-US" sz="4800" dirty="0"/>
          </a:p>
        </p:txBody>
      </p:sp>
      <p:sp>
        <p:nvSpPr>
          <p:cNvPr id="39" name="Text 37"/>
          <p:cNvSpPr/>
          <p:nvPr/>
        </p:nvSpPr>
        <p:spPr>
          <a:xfrm>
            <a:off x="320040" y="1737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RoverC.Pro + MQTT + Python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32004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Internet de las Cosas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004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Universitaria Americana · Colombia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548640"/>
            <a:ext cx="2286000" cy="4023360"/>
          </a:xfrm>
          <a:prstGeom prst="rect">
            <a:avLst/>
          </a:prstGeom>
          <a:solidFill>
            <a:srgbClr val="141E2B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83680" y="640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75120" y="100584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M5StickC Plus2
</a:t>
            </a:r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FreeRTOS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RoverC.Pro
</a:t>
            </a:r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ruedas Mecanum
Pinza servo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
</a:t>
            </a:r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 TLS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337560"/>
            <a:ext cx="5943600" cy="0"/>
          </a:xfrm>
          <a:prstGeom prst="line">
            <a:avLst/>
          </a:prstGeom>
          <a:noFill/>
          <a:ln w="12700">
            <a:solidFill>
              <a:srgbClr val="1E30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474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Oscar Loyola · UDLA / Corp. Univ. Americana ·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280160"/>
          </a:xfrm>
          <a:prstGeom prst="rect">
            <a:avLst/>
          </a:prstGeom>
          <a:solidFill>
            <a:srgbClr val="141E2B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
</a:t>
            </a:r>
            <a:pPr algn="ctr"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
</a:t>
            </a:r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rover/cmd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rover/grip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737360"/>
            <a:ext cx="13716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1005840"/>
            <a:ext cx="2011680" cy="1463040"/>
          </a:xfrm>
          <a:prstGeom prst="rect">
            <a:avLst/>
          </a:prstGeom>
          <a:solidFill>
            <a:srgbClr val="141E2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HIVEMQ CLOUD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371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
</a:t>
            </a:r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puerto 8883
</a:t>
            </a:r>
            <a:pPr algn="ctr"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conexiones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simultáneas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1737360"/>
            <a:ext cx="1371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040880" y="1097280"/>
            <a:ext cx="1828800" cy="1280160"/>
          </a:xfrm>
          <a:prstGeom prst="rect">
            <a:avLst/>
          </a:prstGeom>
          <a:solidFill>
            <a:srgbClr val="141E2B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FÍSICO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M5StickC Plus2
</a:t>
            </a:r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RoverC.Pro
</a:t>
            </a:r>
            <a:pPr algn="ctr"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8595360" cy="0"/>
          </a:xfrm>
          <a:prstGeom prst="line">
            <a:avLst/>
          </a:prstGeom>
          <a:noFill/>
          <a:ln w="19050">
            <a:solidFill>
              <a:srgbClr val="39FF6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rover/telemetry → todos los clientes reciben batería, IMU y estado en tiempo real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29000"/>
          <a:ext cx="8595360" cy="141732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Topic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Dirección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Payload de ejemplo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rover/cmd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Estudiante → Robot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{"dir": "fwd", "spd": 80}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rover/grip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Estudiante → Robot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{"angle": 150}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rover/telemetry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Robot → Todos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E4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{"bat_v": 3.85, "ax": 0.02, ...}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9FF6E"/>
          </a:solidFill>
          <a:ln w="12700">
            <a:solidFill>
              <a:srgbClr val="39F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DINÁMICA DE TURNOS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controla el robot — los demás observan la telemetría en tiempo real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3474720"/>
          </a:xfrm>
          <a:prstGeom prst="rect">
            <a:avLst/>
          </a:prstGeom>
          <a:solidFill>
            <a:srgbClr val="141E2B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011680" cy="640080"/>
          </a:xfrm>
          <a:prstGeom prst="rect">
            <a:avLst/>
          </a:prstGeom>
          <a:solidFill>
            <a:srgbClr val="0F17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Ejecutar el 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mision_rover.py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solicita el turno automáticamente.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2011680" cy="3474720"/>
          </a:xfrm>
          <a:prstGeom prst="rect">
            <a:avLst/>
          </a:prstGeom>
          <a:solidFill>
            <a:srgbClr val="141E2B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51560"/>
            <a:ext cx="2011680" cy="640080"/>
          </a:xfrm>
          <a:prstGeom prst="rect">
            <a:avLst/>
          </a:prstGeom>
          <a:solidFill>
            <a:srgbClr val="0F172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Esperar confirmación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2860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terminal muestra: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¡Es tu turno, estudiante_X!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2011680" cy="3474720"/>
          </a:xfrm>
          <a:prstGeom prst="rect">
            <a:avLst/>
          </a:prstGeom>
          <a:solidFill>
            <a:srgbClr val="141E2B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2011680" cy="640080"/>
          </a:xfrm>
          <a:prstGeom prst="rect">
            <a:avLst/>
          </a:prstGeom>
          <a:solidFill>
            <a:srgbClr val="0F172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Misión autónoma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ejecuta la secuencia.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observan la telemetría web.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051560"/>
            <a:ext cx="2011680" cy="3474720"/>
          </a:xfrm>
          <a:prstGeom prst="rect">
            <a:avLst/>
          </a:prstGeom>
          <a:solidFill>
            <a:srgbClr val="141E2B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051560"/>
            <a:ext cx="2011680" cy="640080"/>
          </a:xfrm>
          <a:prstGeom prst="rect">
            <a:avLst/>
          </a:prstGeom>
          <a:solidFill>
            <a:srgbClr val="0F1720"/>
          </a:solidFill>
          <a:ln w="12700">
            <a:solidFill>
              <a:srgbClr val="39F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Liberar turno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2860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finalizar, el script publica 'libre'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siguiente puede conectar.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DEL SCRIPT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029200" cy="4114800"/>
          </a:xfrm>
          <a:prstGeom prst="rect">
            <a:avLst/>
          </a:prstGeom>
          <a:solidFill>
            <a:srgbClr val="0F1720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mision_rover.py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Configurar tu ID de estudiante
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MI_ID = </a:t>
            </a:r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"estudiante_TUNOMBRE"
</a:t>
            </a:r>
            <a:pPr indent="0" marL="0">
              <a:buNone/>
            </a:pPr>
            <a:r>
              <a:rPr lang="en-US" sz="950" dirty="0">
                <a:solidFill>
                  <a:srgbClr val="4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Solicitar turno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solicitar_turno()
</a:t>
            </a:r>
            <a:pPr indent="0" marL="0">
              <a:buNone/>
            </a:pPr>
            <a:r>
              <a:rPr lang="en-US" sz="950" dirty="0">
                <a:solidFill>
                  <a:srgbClr val="4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Ejecutar misión
</a:t>
            </a:r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ejecutar_mision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cmd(</a:t>
            </a:r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"fwd"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esperar(</a:t>
            </a:r>
            <a:pPr indent="0" marL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indent="0" marL="0">
              <a:buNone/>
            </a:pPr>
            <a:r>
              <a:rPr lang="en-US" sz="950" dirty="0">
                <a:solidFill>
                  <a:srgbClr val="4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CALIBRAR
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parar()
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grip(</a:t>
            </a:r>
            <a:pPr indent="0" marL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pPr indent="0" marL="0">
              <a:buNone/>
            </a:pPr>
            <a:r>
              <a:rPr lang="en-US" sz="9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indent="0" marL="0">
              <a:buNone/>
            </a:pPr>
            <a:r>
              <a:rPr lang="en-US" sz="950" dirty="0">
                <a:solidFill>
                  <a:srgbClr val="4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cerrar pinza
</a:t>
            </a:r>
            <a:pPr indent="0" marL="0">
              <a:buNone/>
            </a:pPr>
            <a:r>
              <a:rPr lang="en-US" sz="950" dirty="0">
                <a:solidFill>
                  <a:srgbClr val="4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Liberar turno al finalizar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liberar_turno()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40680" y="777240"/>
            <a:ext cx="3429000" cy="4114800"/>
          </a:xfrm>
          <a:prstGeom prst="rect">
            <a:avLst/>
          </a:prstGeom>
          <a:solidFill>
            <a:srgbClr val="0F1720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40680" y="7772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FUNCIONES DISPONIBLES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532120" y="1234440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252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cmd("fwd", 80)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06640" y="1252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el robot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32120" y="1673352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cmd("stop", 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0664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Detiene el robot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32120" y="2112264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130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cmd("cw", 70)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06640" y="21305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sobre su eje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2551176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5694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grip(150)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06640" y="2569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pinza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32120" y="2990088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0083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grip(30)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06640" y="30083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pinza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32120" y="3429000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447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esperar(2.0)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06640" y="3447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N segundos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32120" y="3867912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886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leer_telemetria()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06640" y="3886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batería, IMU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32120" y="4306824"/>
            <a:ext cx="3246120" cy="365760"/>
          </a:xfrm>
          <a:prstGeom prst="rect">
            <a:avLst/>
          </a:prstGeom>
          <a:solidFill>
            <a:srgbClr val="141E2B"/>
          </a:solidFill>
          <a:ln w="6350">
            <a:solidFill>
              <a:srgbClr val="1E30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325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beep(880, 300)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06640" y="4325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Pitido en el robot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MISIÓN ASIGNADA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120640" cy="2011680"/>
          </a:xfrm>
          <a:prstGeom prst="rect">
            <a:avLst/>
          </a:prstGeom>
          <a:solidFill>
            <a:srgbClr val="141E2B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12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hasta el objeto (~40 cm)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72184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72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pinza y recoger el objeto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1764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Girar 180° y regresar al origen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7568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75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0665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pinza y depositar el objeto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23682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beep de misión completada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777240"/>
            <a:ext cx="3291840" cy="2011680"/>
          </a:xfrm>
          <a:prstGeom prst="rect">
            <a:avLst/>
          </a:prstGeom>
          <a:solidFill>
            <a:srgbClr val="141E2B"/>
          </a:solidFill>
          <a:ln w="12700">
            <a:solidFill>
              <a:srgbClr val="FFD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777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RESTRICCIONES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0" y="11704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Solo Python + paho-mqtt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14721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modificar el firmware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7739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Velocidad máxima: 100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0756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Tiempo máximo: 10 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3774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Solo 1 alumno a la vez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141E2B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ENTREGABLES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2651760" cy="1325880"/>
          </a:xfrm>
          <a:prstGeom prst="rect">
            <a:avLst/>
          </a:prstGeom>
          <a:solidFill>
            <a:srgbClr val="0F1720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3756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 Python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3703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mision_rover.py con los tiempos calibrados y comentado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91840" y="3337560"/>
            <a:ext cx="2651760" cy="1325880"/>
          </a:xfrm>
          <a:prstGeom prst="rect">
            <a:avLst/>
          </a:prstGeom>
          <a:solidFill>
            <a:srgbClr val="0F172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33756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4904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telemetría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9040" y="3703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del acelerómetro durante la misión (Python/Excel)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3337560"/>
            <a:ext cx="2651760" cy="1325880"/>
          </a:xfrm>
          <a:prstGeom prst="rect">
            <a:avLst/>
          </a:prstGeom>
          <a:solidFill>
            <a:srgbClr val="0F1720"/>
          </a:solidFill>
          <a:ln w="6350">
            <a:solidFill>
              <a:srgbClr val="39FF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33756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36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 reflexión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3703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falla el lazo abierto? ¿Qué necesitarías para corregirlo?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EN 3 PASOS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cualquier laptop con Python instalado — sin configuración adicional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141E2B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0" cy="1188720"/>
          </a:xfrm>
          <a:prstGeom prst="rect">
            <a:avLst/>
          </a:prstGeom>
          <a:solidFill>
            <a:srgbClr val="0F17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Instalar dependencia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1572768"/>
            <a:ext cx="4572000" cy="502920"/>
          </a:xfrm>
          <a:prstGeom prst="rect">
            <a:avLst/>
          </a:prstGeom>
          <a:solidFill>
            <a:srgbClr val="0F1720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72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paho-mqtt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primera vez.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 es la librería oficial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MQTT en Python.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8595360" cy="1188720"/>
          </a:xfrm>
          <a:prstGeom prst="rect">
            <a:avLst/>
          </a:prstGeom>
          <a:solidFill>
            <a:srgbClr val="141E2B"/>
          </a:solidFill>
          <a:ln w="12700">
            <a:solidFill>
              <a:srgbClr val="FFD9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23160"/>
            <a:ext cx="640080" cy="1188720"/>
          </a:xfrm>
          <a:prstGeom prst="rect">
            <a:avLst/>
          </a:prstGeom>
          <a:solidFill>
            <a:srgbClr val="0F172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2316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Editar tu nombre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2898648"/>
            <a:ext cx="4572000" cy="502920"/>
          </a:xfrm>
          <a:prstGeom prst="rect">
            <a:avLst/>
          </a:prstGeom>
          <a:solidFill>
            <a:srgbClr val="0F1720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898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MI_ID = "estudiante_TUNOMBRE"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TUNOMBRE por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 real (sin espacios).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estudiante_maria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141E2B"/>
          </a:solidFill>
          <a:ln w="12700">
            <a:solidFill>
              <a:srgbClr val="39F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49040"/>
            <a:ext cx="640080" cy="1188720"/>
          </a:xfrm>
          <a:prstGeom prst="rect">
            <a:avLst/>
          </a:prstGeom>
          <a:solidFill>
            <a:srgbClr val="0F1720"/>
          </a:solidFill>
          <a:ln w="12700">
            <a:solidFill>
              <a:srgbClr val="39FF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4904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224528"/>
            <a:ext cx="4572000" cy="502920"/>
          </a:xfrm>
          <a:prstGeom prst="rect">
            <a:avLst/>
          </a:prstGeom>
          <a:solidFill>
            <a:srgbClr val="0F1720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224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mision_rover.py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38404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se conecta,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el turno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ejecuta la misión.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3048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¡A programar!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robot te está esperando.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286000" y="3108960"/>
            <a:ext cx="4572000" cy="731520"/>
          </a:xfrm>
          <a:prstGeom prst="rect">
            <a:avLst/>
          </a:prstGeom>
          <a:solidFill>
            <a:srgbClr val="141E2B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3108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droscarl.github.io/roverc-lab/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8600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observación en tiempo real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Remoto IoT — Misión Autónoma RoverC.Pro</dc:title>
  <dc:subject>PptxGenJS Presentation</dc:subject>
  <dc:creator>Dr. Oscar Loyola — UDLA / Corporación Universitaria Americana</dc:creator>
  <cp:lastModifiedBy>Dr. Oscar Loyola — UDLA / Corporación Universitaria Americana</cp:lastModifiedBy>
  <cp:revision>1</cp:revision>
  <dcterms:created xsi:type="dcterms:W3CDTF">2026-03-19T16:17:21Z</dcterms:created>
  <dcterms:modified xsi:type="dcterms:W3CDTF">2026-03-19T16:17:21Z</dcterms:modified>
</cp:coreProperties>
</file>